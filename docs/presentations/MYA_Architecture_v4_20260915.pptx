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f7798d6d714640" /><Relationship Type="http://schemas.openxmlformats.org/officeDocument/2006/relationships/extended-properties" Target="/docProps/app.xml" Id="Rc4b3707f15834db7" /><Relationship Type="http://schemas.openxmlformats.org/officeDocument/2006/relationships/officeDocument" Target="/ppt/presentation.xml" Id="R8acfd5d47d7244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badb71b26a4914"/>
  </p:sldMasterIdLst>
  <p:notesMasterIdLst>
    <p:notesMasterId xmlns:r="http://schemas.openxmlformats.org/officeDocument/2006/relationships" r:id="Rdcd10dbdf7b74b11"/>
  </p:notesMasterIdLst>
  <p:sldIdLst>
    <p:sldId xmlns:r="http://schemas.openxmlformats.org/officeDocument/2006/relationships" id="256" r:id="Rcdc56ed4e93b49b5"/>
    <p:sldId xmlns:r="http://schemas.openxmlformats.org/officeDocument/2006/relationships" id="257" r:id="R617b307e23084464"/>
    <p:sldId xmlns:r="http://schemas.openxmlformats.org/officeDocument/2006/relationships" id="258" r:id="R2680ac353cc3490c"/>
    <p:sldId xmlns:r="http://schemas.openxmlformats.org/officeDocument/2006/relationships" id="259" r:id="R76e5098a077e47d5"/>
    <p:sldId xmlns:r="http://schemas.openxmlformats.org/officeDocument/2006/relationships" id="260" r:id="Rc66bc60dc6b54d59"/>
    <p:sldId xmlns:r="http://schemas.openxmlformats.org/officeDocument/2006/relationships" id="261" r:id="Rb70d1c7a185241f3"/>
    <p:sldId xmlns:r="http://schemas.openxmlformats.org/officeDocument/2006/relationships" id="262" r:id="R27d479383dd349c7"/>
    <p:sldId xmlns:r="http://schemas.openxmlformats.org/officeDocument/2006/relationships" id="263" r:id="Rfe0453c1d1e341db"/>
    <p:sldId xmlns:r="http://schemas.openxmlformats.org/officeDocument/2006/relationships" id="264" r:id="R2a8d87f975aa4ddc"/>
    <p:sldId xmlns:r="http://schemas.openxmlformats.org/officeDocument/2006/relationships" id="265" r:id="R638f2969d6014b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0ffbc52b6842ab" /><Relationship Type="http://schemas.openxmlformats.org/officeDocument/2006/relationships/slideMaster" Target="/ppt/slideMasters/slideMaster1.xml" Id="R1ebadb71b26a4914" /><Relationship Type="http://schemas.openxmlformats.org/officeDocument/2006/relationships/notesMaster" Target="/ppt/notesMasters/notesMaster1.xml" Id="Rdcd10dbdf7b74b11" /><Relationship Type="http://schemas.openxmlformats.org/officeDocument/2006/relationships/presProps" Target="/ppt/presProps.xml" Id="R594c83a26da6421d" /><Relationship Type="http://schemas.openxmlformats.org/officeDocument/2006/relationships/tableStyles" Target="/ppt/tableStyles.xml" Id="Rb8e82aab8af04009" /><Relationship Type="http://schemas.openxmlformats.org/officeDocument/2006/relationships/slide" Target="/ppt/slides/slide1.xml" Id="Rcdc56ed4e93b49b5" /><Relationship Type="http://schemas.openxmlformats.org/officeDocument/2006/relationships/slide" Target="/ppt/slides/slide2.xml" Id="R617b307e23084464" /><Relationship Type="http://schemas.openxmlformats.org/officeDocument/2006/relationships/slide" Target="/ppt/slides/slide3.xml" Id="R2680ac353cc3490c" /><Relationship Type="http://schemas.openxmlformats.org/officeDocument/2006/relationships/slide" Target="/ppt/slides/slide4.xml" Id="R76e5098a077e47d5" /><Relationship Type="http://schemas.openxmlformats.org/officeDocument/2006/relationships/slide" Target="/ppt/slides/slide5.xml" Id="Rc66bc60dc6b54d59" /><Relationship Type="http://schemas.openxmlformats.org/officeDocument/2006/relationships/slide" Target="/ppt/slides/slide6.xml" Id="Rb70d1c7a185241f3" /><Relationship Type="http://schemas.openxmlformats.org/officeDocument/2006/relationships/slide" Target="/ppt/slides/slide7.xml" Id="R27d479383dd349c7" /><Relationship Type="http://schemas.openxmlformats.org/officeDocument/2006/relationships/slide" Target="/ppt/slides/slide8.xml" Id="Rfe0453c1d1e341db" /><Relationship Type="http://schemas.openxmlformats.org/officeDocument/2006/relationships/slide" Target="/ppt/slides/slide9.xml" Id="R2a8d87f975aa4ddc" /><Relationship Type="http://schemas.openxmlformats.org/officeDocument/2006/relationships/slide" Target="/ppt/slides/slide10.xml" Id="R638f2969d6014b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dfae5a1b884a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20f571ba2e436c" /><Relationship Type="http://schemas.openxmlformats.org/officeDocument/2006/relationships/notesMaster" Target="/ppt/notesMasters/notesMaster1.xml" Id="R91d90439d77749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4b6b8c86ad4dc0" /><Relationship Type="http://schemas.openxmlformats.org/officeDocument/2006/relationships/notesMaster" Target="/ppt/notesMasters/notesMaster1.xml" Id="R9bfff39c319c4b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87a8aece70488b" /><Relationship Type="http://schemas.openxmlformats.org/officeDocument/2006/relationships/notesMaster" Target="/ppt/notesMasters/notesMaster1.xml" Id="Rd8230827c0f24b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b62390f057447f" /><Relationship Type="http://schemas.openxmlformats.org/officeDocument/2006/relationships/notesMaster" Target="/ppt/notesMasters/notesMaster1.xml" Id="Re0cdaebd239b43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dadde885c54b49" /><Relationship Type="http://schemas.openxmlformats.org/officeDocument/2006/relationships/notesMaster" Target="/ppt/notesMasters/notesMaster1.xml" Id="R03a703a053534f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9cd705ee504e61" /><Relationship Type="http://schemas.openxmlformats.org/officeDocument/2006/relationships/notesMaster" Target="/ppt/notesMasters/notesMaster1.xml" Id="R1a537709ca1843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08998c019443d9" /><Relationship Type="http://schemas.openxmlformats.org/officeDocument/2006/relationships/notesMaster" Target="/ppt/notesMasters/notesMaster1.xml" Id="Rb3a55e128f254e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b418d85ba44b19" /><Relationship Type="http://schemas.openxmlformats.org/officeDocument/2006/relationships/notesMaster" Target="/ppt/notesMasters/notesMaster1.xml" Id="R1f178969379e40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a61db51bcf4ea6" /><Relationship Type="http://schemas.openxmlformats.org/officeDocument/2006/relationships/notesMaster" Target="/ppt/notesMasters/notesMaster1.xml" Id="R3a0d6eca71e540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f79284184e4735" /><Relationship Type="http://schemas.openxmlformats.org/officeDocument/2006/relationships/notesMaster" Target="/ppt/notesMasters/notesMaster1.xml" Id="Rfce3fdeaa05644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Any Agent是适配愿景；当前真实集成为Codex、MYA CLI和受控演示资源。分析和指纹交互为模拟，签名、加密与执行授权真实运行。架构及演示依据仓库1c7fddc；既有47页研究与完整记录保留在v3。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线为已实现组件。手机私钥为浏览器非导出CryptoKey，不等于可信硬件。Agent私钥在本机文件，同用户权限不形成独立安全域。资源、见证、转发同Oracle部署，角色分工不代表运营信任域分离。图中横线为交互关系，详细双向消息见后续时序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系凭证覆盖双方公钥、binding_id、范围和有效期。手机签关系，Agent签PairConfirmation，见证签BindingWitnessCredential；见证交付双方。横跨两端的第③步为用户核对步骤，不代表手机直接绕过转发服务发送网络消息。配对码与SAS短码职责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图片是此前真实测试截图，两端P4PR N4RW一致。真人后续曾遇到未配对和远程浏览器打不开PC回环地址，重新配对时用户明确授权Agent代点PC确认；手机由用户确认。正常流程仍要求用户自己核对两端。本页不宣称该隔离截图是最新真人身份。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本报告真人修改闭环已完成。修改生成新request_id及supersedes_request_id，不能在原授权下偷换冻结内容。图中闭环返回手机审阅，实际由Agent创建新请求并经转发服务送达。审批侧当前建议为模拟；自由往返会话和独立调查Agent属于规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挑战最长120秒，持钥证明最长30秒；present不执行。execute-verified读取服务端保存交易并再次验证。当前验证与执行模块位于同一Oracle服务，图按职责分列。HTTPS不代替挑战签名与origin校验；出示既有凭证而非Agent自签用户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关联示意不是凭证签发依赖的完整DAG：grant关联关系/request；proof摘要覆盖既有credential集合且绑定challenge；receipt关联grant/request与实际payload。agent不能伪造手机授权，但同机钱包文件保护有限。真人request 5a0ad59f-2c45-4130-b343-c65bf977e1b8；execution 21a6627c-b7da-4f37-8f57-80b9fc00634e。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https://learn.chatgpt.com/docs/hooks及本会话两次canary记录，配置和原生信任成功但当前桌面任务未拦截。18项自动测试通过不能证明原生集成。未覆任意shell、别名或已有exec会话的write_stdin。图中虚线表示待验收，并不表示异步hoo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继承关系资格、具体行动授权和资源端执行分离。组织凭证不能替代用户单次批准或业务策略。审批侧Agent需要独立证据与权限隔离，不能仅重复工作Agent摘要。关于竞品差异的完整官方来源及边界见保留的v3第22–29页；本图不宣称远程确认或密码学绑定为MYA独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详细操作与全部历史证据见 docs/DEMO_WALKTHROUGH.md、docs/CODEX_HOOK.md，以及47页v3。最新真人执行2026-09-15 15:45:51中国时间。未经本次真人单独启用规则，不把单次同意当长期委托。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73372856e40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2964d5cdcd47cc" /><Relationship Type="http://schemas.openxmlformats.org/officeDocument/2006/relationships/slideLayout" Target="/ppt/slideLayouts/slideLayout1.xml" Id="Rb7b2438cde8d46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b2438cde8d46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ef13f0bbb4154" /><Relationship Type="http://schemas.openxmlformats.org/officeDocument/2006/relationships/image" Target="/ppt/media/image.png" Id="Rbb2923963ab44ff4" /><Relationship Type="http://schemas.openxmlformats.org/officeDocument/2006/relationships/hyperlink" Target="https://github.com/seanzhang9999/mya_demo/tree/1c7fddc" TargetMode="External" Id="R712cf10fe26a49a1" /><Relationship Type="http://schemas.openxmlformats.org/officeDocument/2006/relationships/notesSlide" Target="/ppt/notesSlides/notesSlide1.xml" Id="R8c8b7769dea341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c72bb0acd4379" /><Relationship Type="http://schemas.openxmlformats.org/officeDocument/2006/relationships/hyperlink" Target="https://github.com/seanzhang9999/mya_demo/tree/1c7fddc" TargetMode="External" Id="Ra992a56036e6411d" /><Relationship Type="http://schemas.openxmlformats.org/officeDocument/2006/relationships/notesSlide" Target="/ppt/notesSlides/notesSlide2.xml" Id="R5f4342c6da784d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a34e807654f45" /><Relationship Type="http://schemas.openxmlformats.org/officeDocument/2006/relationships/hyperlink" Target="https://github.com/seanzhang9999/mya_demo/tree/1c7fddc" TargetMode="External" Id="R2497844ad6cf4bcc" /><Relationship Type="http://schemas.openxmlformats.org/officeDocument/2006/relationships/notesSlide" Target="/ppt/notesSlides/notesSlide3.xml" Id="R39ec7782f1f34e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05eb9b01749a4" /><Relationship Type="http://schemas.openxmlformats.org/officeDocument/2006/relationships/image" Target="/ppt/media/image2.png" Id="R0df49f12cd9c4e1e" /><Relationship Type="http://schemas.openxmlformats.org/officeDocument/2006/relationships/image" Target="/ppt/media/image3.png" Id="R17e1512dd5594bd6" /><Relationship Type="http://schemas.openxmlformats.org/officeDocument/2006/relationships/hyperlink" Target="https://github.com/seanzhang9999/mya_demo/tree/1c7fddc" TargetMode="External" Id="R4886fce073bd4e6e" /><Relationship Type="http://schemas.openxmlformats.org/officeDocument/2006/relationships/notesSlide" Target="/ppt/notesSlides/notesSlide4.xml" Id="Rb0ea88d3f2ff42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1b7135412445d" /><Relationship Type="http://schemas.openxmlformats.org/officeDocument/2006/relationships/hyperlink" Target="https://github.com/seanzhang9999/mya_demo/tree/1c7fddc" TargetMode="External" Id="Rbfbe6f7dc6664324" /><Relationship Type="http://schemas.openxmlformats.org/officeDocument/2006/relationships/notesSlide" Target="/ppt/notesSlides/notesSlide5.xml" Id="R5766f11a4ebb47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f6a5113b34710" /><Relationship Type="http://schemas.openxmlformats.org/officeDocument/2006/relationships/hyperlink" Target="https://github.com/seanzhang9999/mya_demo/tree/1c7fddc" TargetMode="External" Id="Re9fb6c616ebb482f" /><Relationship Type="http://schemas.openxmlformats.org/officeDocument/2006/relationships/notesSlide" Target="/ppt/notesSlides/notesSlide6.xml" Id="R43ac4543515445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500d3782547c8" /><Relationship Type="http://schemas.openxmlformats.org/officeDocument/2006/relationships/hyperlink" Target="https://github.com/seanzhang9999/mya_demo/tree/1c7fddc" TargetMode="External" Id="Re7360a645c6344d8" /><Relationship Type="http://schemas.openxmlformats.org/officeDocument/2006/relationships/notesSlide" Target="/ppt/notesSlides/notesSlide7.xml" Id="Rdaca921ffef74e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7d049f3424bcf" /><Relationship Type="http://schemas.openxmlformats.org/officeDocument/2006/relationships/hyperlink" Target="https://github.com/seanzhang9999/mya_demo/tree/1c7fddc" TargetMode="External" Id="Rfa2ddde6b98441f1" /><Relationship Type="http://schemas.openxmlformats.org/officeDocument/2006/relationships/notesSlide" Target="/ppt/notesSlides/notesSlide8.xml" Id="R9f7cb02b1f0d42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789fcadd24e9f" /><Relationship Type="http://schemas.openxmlformats.org/officeDocument/2006/relationships/hyperlink" Target="https://github.com/seanzhang9999/mya_demo/tree/1c7fddc" TargetMode="External" Id="R8028ab196c144ecf" /><Relationship Type="http://schemas.openxmlformats.org/officeDocument/2006/relationships/notesSlide" Target="/ppt/notesSlides/notesSlide9.xml" Id="Raa5df1ba1b4742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86ff7e0244202" /><Relationship Type="http://schemas.openxmlformats.org/officeDocument/2006/relationships/hyperlink" Target="https://github.com/seanzhang9999/mya_demo/tree/1c7fddc" TargetMode="External" Id="R4df6fb7b3dee4728" /><Relationship Type="http://schemas.openxmlformats.org/officeDocument/2006/relationships/notesSlide" Target="/ppt/notesSlides/notesSlide10.xml" Id="Rc1b02677b02842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923963ab44ff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88781-96B0-4A0B-AD5D-7E6D2915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561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DD869-5C7D-4E2F-946A-FDAAD6C0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6477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AI Authenticator</a:t>
            </a:r>
          </a:p>
          <a:p xmlns:a="http://schemas.openxmlformats.org/drawingml/2006/main">
            <a:pPr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for Any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C7B65-E694-4E86-8089-FBA810B7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666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远程可信审批</a:t>
            </a:r>
          </a:p>
          <a:p xmlns:a="http://schemas.openxmlformats.org/drawingml/2006/main"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用户与 Agent 的密码学绑定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FFD20-0BA5-4CA9-AFDF-6C5C2A74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系统架构与完整演示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0E21C-AEF3-49D5-A89D-8D5727A4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12cf10fe26a49a1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14409617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84CF8D-9BB5-4E4C-A43B-9EE0AF22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整体架构与信任边界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C0D6D-E04B-47A8-A04E-82507192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PC 提出行动，手机签署决定，资源端验证后执行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673E1-4497-483F-AFB5-FDCEED16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CB6DF-6EB2-4EEF-BE8B-582A80B0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29527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6B9AD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1BBAE-08DC-4FAD-92FB-BA91B261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3832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PC · 工作端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5BEB8-48A5-496E-870E-7DC74199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62125"/>
            <a:ext cx="318135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6B9AD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A8427-B81E-40C4-9CE3-0793AFB2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383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Oracle · 当前同一服务部署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78C25-0563-4A3B-BDFB-028598EC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62125"/>
            <a:ext cx="2895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6B9AD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36ACC-CC64-4BDC-8B09-E318000F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手机 · 用户决策端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FBF0C-F7B2-4EDA-A5CC-472850EA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66950"/>
            <a:ext cx="258127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B211C-3531-4BAE-A08B-532EDED1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295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Codex + Skill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6FC9B-D958-43C0-B675-6876FB2C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2295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准备报告 · 持续等待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519B3-8796-49FA-B65B-25193DD7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48150"/>
            <a:ext cx="25812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4CF5D-7EC5-43CB-AA54-3E2F4647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2295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CLI + 凭证钱包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38BC0-A7F2-4A08-9AFD-9EAE3C4E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2975"/>
            <a:ext cx="2295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私钥 / 关系 / 授权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7FE2B-3D4B-457F-B99F-08B2F240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28194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672E9-EFA0-4F70-B443-96005742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配对见证 + 消息转发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BC8EC1-8BCA-4ED2-B4F4-3B9048E5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71775"/>
            <a:ext cx="253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验双方材料 · 转发加密消息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39714-5F40-493D-B2EB-DBBA8D3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248150"/>
            <a:ext cx="28194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D21234-077B-4BA3-AAAE-E2E12ACD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624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验证器 + 执行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A929E2-4249-41F8-8093-660F725D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52975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核对授权 · 单次投递 · 回执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8EE38-743E-4163-ABB4-23B2BD86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266950"/>
            <a:ext cx="25336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FF082B-484B-4AC4-BA1A-361AF4B3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 Web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12FDD9-7335-4FEE-9223-5A29A781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7177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内容展示 · 修改 / 批准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7A2EE5-A12C-42F0-A972-4326A0E6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248150"/>
            <a:ext cx="25336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C322C4-E555-4E4F-B31A-892CD34F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624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手机签名密钥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2F427A-C446-4871-A51E-D30770BD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52975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用户签署关系与行动授权</a:t>
            </a:r>
          </a:p>
        </p:txBody>
      </p:sp>
      <p:cxnSp>
        <p:nvCxnSpPr>
          <p:cNvPr id="66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276600" y="2776538"/>
            <a:ext cx="1438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534275" y="2776538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985963" y="3286125"/>
            <a:ext cx="0" cy="962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9" name=""/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0229850" y="3286125"/>
            <a:ext cx="0" cy="962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276600" y="4776788"/>
            <a:ext cx="1438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BD305A-DE46-4860-AFD1-EE9BE07F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57450"/>
            <a:ext cx="1038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签名后加密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4E1844-F772-4496-8791-3B71A8C3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45745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独立审批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A41CBD-1EFF-43ED-B068-F9854F27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05325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挑战 / 出示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0F5C8E-332A-4604-9E05-E734D721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476625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私钥存于当前</a:t>
            </a:r>
          </a:p>
          <a:p xmlns:a="http://schemas.openxmlformats.org/drawingml/2006/main">
            <a:pPr>
              <a:defRPr sz="14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浏览器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093BD9-0BE3-4967-B1B4-8F5F0794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当前边界：同一 Oracle 可更新手机网页；PC 钱包尚未独立隔离。核心强制检查在执行 API。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A16A02-E065-47E1-8362-0BB8C9EE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992a56036e6411d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9505011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C3D5D5-CBD8-4D4A-B4F1-0120A5B8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配对与密码学绑定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B9109-7478-49FA-993A-E534AE57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先核对双方关系，再签发可验证的配对见证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9C25D-878F-4DAE-ACB5-31A362F1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DD27C-3C9C-4D50-8A24-2326FC14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PC /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63A7F-F75B-4C8D-9982-A5522233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19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393C3-7D71-4C26-8242-435E4507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1524000" y="2224088"/>
            <a:ext cx="9525" cy="3457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E822F-20B8-4634-9174-0E44057E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Oracle 见证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92981-7C1C-4030-8999-1A44F492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19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46FBE-96DE-4EDB-A57B-B4DD5D1E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76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H="1">
            <a:off x="6096000" y="2224088"/>
            <a:ext cx="9525" cy="3457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6856E-064F-40A1-B2AC-298FC37D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14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 / 用户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1A888-88BA-4180-987D-6C198EF8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19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17D0C-0763-4D86-B36D-DB146014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676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10668000" y="2224088"/>
            <a:ext cx="9525" cy="3457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1AC8B-3871-4520-80B2-71DA92E5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81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1E6771-6309-4A9C-B4A5-3CF961B7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81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533525" y="2586038"/>
            <a:ext cx="4562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5CFA0-C936-4F9C-9F05-D2715392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86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① 创建邀请：Agent 公钥与用途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6A4768-DE33-45C4-A49A-F78569F4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52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4C714-DAF6-4F38-A334-7580E694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52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6096000" y="3157538"/>
            <a:ext cx="458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FB96E0-91F9-4665-B74D-097E0397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57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② 扫码或输入配对码加入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2860E2-79CE-4E94-9C82-E6A72715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24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278202-0890-4B59-8329-BA878C50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24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H="1">
            <a:off x="1524000" y="3729038"/>
            <a:ext cx="9153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213BFB-A0B7-4B10-9C26-49E3DFEC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29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③ 两端显示同一短码，用户分别核对确认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8EA243-392E-4AF5-88B6-F0108F22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95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2B7A34-1AD2-4E72-8E88-D23A432A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95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H="1">
            <a:off x="6096000" y="4300538"/>
            <a:ext cx="458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1D9448-2426-4FE7-B4D4-D798FEDE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00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④ 手机签署关系凭证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BFE9C6-01D1-40F4-A0C7-1531B093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67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44D760-004D-44B6-9560-BEDE6C3E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67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1533525" y="4872038"/>
            <a:ext cx="4562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CAD24A-F954-4615-9B83-8CAEA686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572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⑤ Agent 签署关系确认，证明持钥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318428-2FCC-46D0-AA51-6F4947E3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38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0A4D0B-4A82-42AA-9DD4-92D38D9B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38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>
            <a:off x="1524000" y="5443538"/>
            <a:ext cx="458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185D08-B424-47F1-BCB1-367BD4F6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43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⑥ 核验一致，交付签名见证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8A4476-4B0F-41A4-B885-F4FFA975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38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764BF3-59E3-415C-A799-078751DE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38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6105525" y="5443538"/>
            <a:ext cx="4562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33E555-083A-4D4E-A5A3-5D0830B4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43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⑥ 核验一致，交付签名见证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8C1B6A-8BF2-4E00-8F2E-7A290FDA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绑定授予申请资格。具体行动仍需单次授权或用户单独启用的有限规则。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D1F02A-E8C1-4DE0-A802-D6EDCF50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497844ad6cf4bcc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8931654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89146-CA3C-4AB1-B8BF-DD110299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双端配对确认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7DDF3-27D9-4795-B2FF-1F478941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二维码或配对码加入 → 核对同一短码 → 两端确认 → 保存关系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BCE00-96AF-45BC-82B1-327C2AC2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336D2-889B-4F46-9554-79A34767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PC 确认页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49f12cd9c4e1e"/>
          <a:stretch xmlns:a="http://schemas.openxmlformats.org/drawingml/2006/main"/>
        </p:blipFill>
        <p:spPr>
          <a:xfrm xmlns:a="http://schemas.openxmlformats.org/drawingml/2006/main">
            <a:off x="628650" y="2420327"/>
            <a:ext cx="5048250" cy="258884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61F89-2383-43C6-B5A8-E47C1220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621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手机确认页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1512dd5594bd6"/>
          <a:stretch xmlns:a="http://schemas.openxmlformats.org/drawingml/2006/main"/>
        </p:blipFill>
        <p:spPr>
          <a:xfrm xmlns:a="http://schemas.openxmlformats.org/drawingml/2006/main">
            <a:off x="7254269" y="2190750"/>
            <a:ext cx="3303212" cy="3667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02129-1A5A-456D-8C49-302B1CB8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配对码：加入邀请</a:t>
            </a:r>
          </a:p>
          <a:p xmlns:a="http://schemas.openxmlformats.org/drawingml/2006/main">
            <a:pPr>
              <a:def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核对短码：确认双方关系一致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99013-77E4-4EC5-852C-1FE84B71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图为同一次隔离测试，邀请已失效、关系已撤销；现场演示应重新生成邀请。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C9143-2BE6-4690-BC88-869FA2BE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886fce073bd4e6e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7229942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A68836-6A21-4F6D-83AF-72730C8D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审批分支与版本流转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BC7A7-E41D-4888-AE62-879E70F3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主任务继续保存工作上下文，手机侧保留修改理由与最终决定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65423-5919-41DC-9489-78F64322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571A8-A5AE-4172-8248-B720A0E9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2286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1EE1C-7095-4C05-B562-6CF70814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工作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867C9-AEBF-43EC-A2F1-CB0AAC0B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00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冻结成本报告 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3FA5F-176C-4B00-8CFC-DCEE6ADF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14550"/>
            <a:ext cx="2971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AF660-423E-4D41-A271-A0FB8E43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288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手机审阅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B4D3D-262A-4B75-B46C-D6A640E3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19375"/>
            <a:ext cx="2686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查看接收方、内容、建议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6A1B9-93CD-43B2-896D-B0BB73B8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14550"/>
            <a:ext cx="3333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356AA-ABBA-4994-89FA-8892A536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288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用户批准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5AF33-1DE0-4000-9D9F-C7E91238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19375"/>
            <a:ext cx="304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签署具体行动授权</a:t>
            </a:r>
          </a:p>
        </p:txBody>
      </p:sp>
      <p:cxnSp>
        <p:nvCxnSpPr>
          <p:cNvPr id="49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05125" y="2619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829425" y="2619375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DE24F-9244-4B76-A9A5-2774C320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76475"/>
            <a:ext cx="1066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可直接批准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DB20C-FFAA-4AE0-9414-6214135C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62425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70E08-4F44-4E70-B0A4-1F3664D9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76725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要求修改 → 新版本 v2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DC4805-0C33-429B-ABAA-85DBF769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移除成本；引用原 request_id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B8887-8574-43BE-9827-15E22D4E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162425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C185F-1697-4AE3-9802-4FF38C02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767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钱包出示 → 资源执行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CB2EC-9BBC-4D4A-BCDB-39A0057D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67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验证当前授权，保存签名回执</a:t>
            </a:r>
          </a:p>
        </p:txBody>
      </p:sp>
      <p:cxnSp>
        <p:nvCxnSpPr>
          <p:cNvPr id="58" name=""/>
          <p:cNvCxnSpPr>
            <a:stCxn xmlns:a="http://schemas.openxmlformats.org/drawingml/2006/main" id="7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343525" y="3124200"/>
            <a:ext cx="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677400" y="3124200"/>
            <a:ext cx="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22C95E-695C-46AA-9D35-876A009B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7053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67EB07-80A0-4DCD-836F-6009C38E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053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H="1">
            <a:off x="3286125" y="4710113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BB0F3A-AE00-48ED-9E0A-7CAA66EB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053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D19F49-9188-4D69-B400-EE3B70F0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05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H="1" flipV="1">
            <a:off x="3286125" y="2909888"/>
            <a:ext cx="9525" cy="1800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D0A49C-01FB-4881-8A03-9599E9F1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05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F77C4C-8545-497D-AF9B-56B37025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05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3295650" y="2909888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BDA8E9-C413-43A5-B35F-997549D1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1470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修订后再审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BBC2AC-1AB7-44B8-BB1B-8B13A9CF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05275"/>
            <a:ext cx="252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拒绝 / 取消 / 过期</a:t>
            </a:r>
          </a:p>
          <a:p xmlns:a="http://schemas.openxmlformats.org/drawingml/2006/main">
            <a:pPr>
              <a:def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结束本次申请，不执行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46CD6E-0019-44AD-B5CD-B3C77E1B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手机决定由签名消息返回。Agent 持续等待，无需用户在主会话重复说“批准了”。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D461E3-5B07-44AF-87EA-6653C688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bfbe6f7dc6664324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13260015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79CB71-3615-4B90-BA69-2F9A6BB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钱包挑战出示与执行时序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35F6C-7998-4EC1-88A3-03596DE7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出示证明“现在持钥且获授权”，回执证明“实际执行了什么”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561EC-000F-459B-84AC-C831A134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20E07-2D5B-4D81-8E69-6B1B23F6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 / 钱包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8190B-8022-496F-9B4C-4B6E9448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19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03B85-49FB-436D-9246-784C08F3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1524000" y="2224088"/>
            <a:ext cx="9525" cy="3457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8EA39-B35B-49B5-84EE-32F3088C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资源验证器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75D1D-34E3-4A28-A76E-72E99D2C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19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7B882-85D3-4E11-9A86-0321C57B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76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H="1">
            <a:off x="6096000" y="2224088"/>
            <a:ext cx="9525" cy="3457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116EA-2BA0-43EF-BAE8-37EFE00F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14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618FA-42F6-444D-9C6A-1069A373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19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139D4-8258-4832-A323-918D3461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676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10668000" y="2224088"/>
            <a:ext cx="9525" cy="3457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99750-4E0F-41A2-A6C1-764A9C70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81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8F2622-9B4B-4C7F-AC21-34BFA1EF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81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533525" y="2586038"/>
            <a:ext cx="4562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9FE62-6DB3-4804-BF90-30E4AD99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86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① 请求冻结交易与签名挑战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02174-80AD-41F8-A2C7-45B81EBE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52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860FE8-7F9B-40C2-9200-7DE8E2E0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52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1524000" y="3157538"/>
            <a:ext cx="458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DFF4FD-0FF3-4FD2-993B-F96419BB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57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② 返回 nonce、交易号、行动摘要、验证端点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1C19AF-1F28-46EA-AAF5-4CC6859A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24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958D90-7FEB-48C4-BD95-EEA20B90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24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533525" y="3729038"/>
            <a:ext cx="4562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0846A0-C02B-4685-AF89-A95F1DF0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29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③ 核验挑战后出示凭证 + 短时持钥签名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603609-1EE1-4944-8EC6-C00CEE72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95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B1D4A0-CF53-4106-9B9E-9B4D09B6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H="1">
            <a:off x="1524000" y="4300538"/>
            <a:ext cx="458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C7CC68-258C-4E0F-92AB-F8F1D41F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00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④ 返回签名验证结果与交易号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1D1BF2-3E56-4845-A631-90F409FA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67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D62FE8-656A-4F79-ACE6-80507B31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67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1533525" y="4872038"/>
            <a:ext cx="9134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766D47-3A85-479F-BBE8-9C0605E9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572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⑤ 按交易执行：再查范围、时效、撤销与幂等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14F541-DE10-41CD-98EF-E720FBA1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38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AB3E71-4691-4420-B7B3-5A5C0B9F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38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>
            <a:off x="1524000" y="5443538"/>
            <a:ext cx="9153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DB8C35-AE69-4561-84D8-7E74774D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435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⑥ 返回签名执行回执，更新手机历史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BB9EF6-A105-4767-B585-4C0EA64A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钱包只接受预配置受信服务器和固定验证端点。当前是自定义 JWS 凭证，不是通用 VC 互操作。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6D369C-D841-4D97-9E3E-9C27F03F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9fb6c616ebb482f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20192031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9917A7-0C5D-40D4-8630-A21C6C25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凭证链与行动一致性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5CE02-3D88-4702-BD45-4AF28F6E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每一项签名证明不同事实，通过标识与摘要关联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B8A6D-8EDF-40F8-B03B-CAF3A48D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74D28-13BD-42DD-88A4-5EFF0F59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71675"/>
            <a:ext cx="31623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933AE-BA3D-408A-9260-28F83B5B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关系凭证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67EE6-C548-4B36-B6A9-88C865AD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手机签：双方公钥 / 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932C1-83D4-4FD7-B1E9-0147DFFC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971675"/>
            <a:ext cx="32194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50465-A807-4DD5-B8CA-CB57A9DC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8597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配对见证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F1C75-5A17-46B7-9685-6D0DAD65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见证签：关系摘要 / 绑定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A9A93-B5D7-40F1-BCC9-EE748241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33337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6FA5E-C029-4233-8F1C-291191BD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85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行动授权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4BE10-05C2-4721-A717-5D448112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765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手机签：请求 / 行动 / 时效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42B25-8AB4-4212-AAB9-83A4370F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162425"/>
            <a:ext cx="70104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AC12C-734F-46E1-ADA5-BF3B5E9B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672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挑战持钥证明：将三类凭证绑定到本次出示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4CDF1-FA63-4FF8-8923-A8E3179D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672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签：nonce / 交易号 / 行动摘要 / 凭证集合摘要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DDCE3-621A-417C-A78A-584F370C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62425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57BC1-3DED-4875-B668-ED3C02A5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2767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执行回执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C6924-C0B3-451B-A721-2F403AA6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6672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资源签：实际内容 / 授权 / 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AD9BE-D9F1-4719-937A-85C869B5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057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B5BB5-21E4-4241-B774-8BD7C32D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609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>
            <a:off x="2162175" y="3062288"/>
            <a:ext cx="9525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01DE9-96E6-4AE8-A795-59A5FE7C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57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3A2EC5-CAD8-4A3F-B719-9FCFE589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09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5981700" y="3062288"/>
            <a:ext cx="9525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652CDF-410E-4F5F-9AC1-6E141277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57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A93C69-298E-49EA-A0A6-89849B9A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609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H="1">
            <a:off x="9896475" y="3062288"/>
            <a:ext cx="9525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F762ED-742D-467B-9D80-BC11902E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619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F365BC-6483-4CBF-9851-344E72A8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619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2171700" y="3624263"/>
            <a:ext cx="7724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9B0E08-F43D-4B58-9300-ED63768B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619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03F1C3-2657-412F-9B24-4A49A942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33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H="1">
            <a:off x="4086225" y="3624263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591425" y="4710113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04A091-79AE-4FA8-B64C-4300A846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一致检查：关系 · 请求版本 · 接收方 · 内容摘要 · 有效期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C6A5B9-9D95-4741-9939-01922360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真实执行后 13 项检查曾全部通过。授权后来过期，不改变历史回执，也不产生新的执行权限。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49B399-69CB-4769-B45D-55882630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7360a645c6344d8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11779719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9426F1-7A57-4391-ADD8-5B2AF940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Skill、Hook 与资源端的控制关系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E1F1E-62E1-49D0-9B02-9EB81AF1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协作流程、工具前置检查与业务执行授权分层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B352A-D885-4CB0-A147-86E0DD10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F5E01-40A0-4BA0-B885-5BA7AA2D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8289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BF6B0-109F-44D4-BB92-D5BA1C8A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5050"/>
            <a:ext cx="2543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Skill /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31781-3110-4A64-81C7-7FD00DBD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95575"/>
            <a:ext cx="2543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提交 → 等待 → 处理修改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4A882-0638-4E29-A691-049F5C67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181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6020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A2C86-2894-4CF6-9EDA-3438B2D1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050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PreToolUse 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9DDE3-6633-41DE-930E-C9616368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95575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检查签名、范围、时效与状态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40E88-C8A4-4018-AFC0-03920002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190750"/>
            <a:ext cx="2876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6449A-4F3E-4FBD-9238-ACD3E6DF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受控资源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7CAAF-9816-4E30-BBE9-E22BED83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95575"/>
            <a:ext cx="259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再次验授权 → 执行 → 回执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57575" y="2724150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58100" y="27241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C5CAD-BFA2-43B6-B900-BC858CF1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14600"/>
            <a:ext cx="91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工具调用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5FDC8-A88D-4D7D-A9C3-FD5A30C9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14600"/>
            <a:ext cx="733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允许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45371E-4120-42C9-B33A-490288BC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71975"/>
            <a:ext cx="31813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2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A93B7-68D9-4C5E-8ED5-8044C134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862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缺失 / 过期 / 校验失败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1F6D1-FDD9-418A-B9FC-0D15AA4B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76800"/>
            <a:ext cx="2895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deny；Agent 回到申请与等待</a:t>
            </a:r>
          </a:p>
        </p:txBody>
      </p:sp>
      <p:cxnSp>
        <p:nvCxnSpPr>
          <p:cNvPr id="49" name=""/>
          <p:cNvCxnSpPr>
            <a:stCxn xmlns:a="http://schemas.openxmlformats.org/drawingml/2006/main" id="7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067425" y="3257550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26020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FFFBD2-D6D6-433B-803C-4713D65A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886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DE37E-DF2C-4BE1-8C5E-61D4F1B1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886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>
            <a:off x="2028825" y="4891088"/>
            <a:ext cx="2428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26020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E57945-0F12-4EFA-A220-632353D3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886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2436F2-3D39-4ADF-9EB7-3411BF75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2956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H="1" flipV="1">
            <a:off x="2028825" y="3300413"/>
            <a:ext cx="9525" cy="1590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26020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7427A2-68DC-4A70-AFEF-212DE1B9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81450"/>
            <a:ext cx="284797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当前状态</a:t>
            </a:r>
          </a:p>
          <a:p xmlns:a="http://schemas.openxmlformats.org/drawingml/2006/main">
            <a:pPr>
              <a:defRPr sz="187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安装并 Trusted；</a:t>
            </a:r>
          </a:p>
          <a:p xmlns:a="http://schemas.openxmlformats.org/drawingml/2006/main">
            <a:pPr>
              <a:defRPr sz="187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当前会话探针未拦截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F96104-D5F9-48BA-9BB0-1969B08B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虚线：原生拦截链待验收。脚本只适配严格 MYA execute 命令；资源端是已运行的授权边界。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E60F55-0823-401F-B1BA-54CCC6CC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a2ddde6b98441f1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10013880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05522B-62A2-4EE7-BE3F-F862EF82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多 Agent 与企业审批扩展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C4DEB-C92D-4EA2-B8DB-413E44FF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目标架构：用户统一管理关系，业务资源保留最终授权控制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D4DFA-4555-4742-9EAA-99F6D744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533B7-4D44-415A-939F-34CB21E7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809750"/>
            <a:ext cx="2628900" cy="3724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6B9AD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FC634-48D7-4ED7-9FF2-06E2493F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8595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不同执行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AA7C0-34FD-41E0-BB9A-04463DB7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247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6020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FD6B3-D909-49D8-8693-B97A48BA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57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研发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33748-B348-4A2F-ABF6-A5243CD0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47975"/>
            <a:ext cx="1962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变更 / 发布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BE621-1B5E-4894-82A6-63FFCB49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47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6020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97C70-E08C-4CF0-86AF-84D1052D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00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运营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FE417-482D-46D2-8B0D-159BA97B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90975"/>
            <a:ext cx="1962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复核 / 业务办理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D6869-157E-4C8F-B89B-91D1BC13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247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6020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8337A-5D74-4C0E-96E9-E729555A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43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生活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F4CB4-3F93-4F2A-8DC6-32C63822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33975"/>
            <a:ext cx="1962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服务 / 支付申请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1E182-AE24-40AC-97B7-B6A1D320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32099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992D2B-ECD8-497E-B73D-10D2B7F8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81350"/>
            <a:ext cx="2924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用户审批入口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E7B92-3C3E-4750-BB9C-8BD4494A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71875"/>
            <a:ext cx="29241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分别绑定 · 独立范围</a:t>
            </a:r>
          </a:p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版本决策 · 历史审计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29DCA-534B-443E-9DD7-7387353C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99072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6020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9B500-5A57-4554-9992-9D21730F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050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组织身份与审批体系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12483-3722-475E-B8EC-E1033AAA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955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DID / VC · 角色 · 多级审批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F5D36F-BD5D-499B-BC66-F9C1DFB2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7909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6020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890D98-90DB-40AF-B569-9D4071CB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用户侧调查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66F006-1338-4D35-9131-9DBDE590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957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独立取证 · 比较方案 · 反建议</a:t>
            </a:r>
          </a:p>
        </p:txBody>
      </p:sp>
      <p:cxnSp>
        <p:nvCxnSpPr>
          <p:cNvPr id="56" name=""/>
          <p:cNvCxnSpPr>
            <a:stCxn xmlns:a="http://schemas.openxmlformats.org/drawingml/2006/main" id="6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933700" y="2771775"/>
            <a:ext cx="123825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2933700" y="3771900"/>
            <a:ext cx="12382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2933700" y="3771900"/>
            <a:ext cx="123825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381875" y="2524125"/>
            <a:ext cx="1066800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81875" y="3771900"/>
            <a:ext cx="10668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8D2CF1-3D07-4D7A-B612-43DA3DB3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908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限定资格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B9B6C4-3A72-42BC-9AE2-2F9D0194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057775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辅助决策；用户保留决定权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61446D-3CB4-4C6D-A65E-3AFDC8DA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虚线均为扩展方向。当前有多绑定结构；真实调查、多级审批、标准 VC 和反诈效果尚待验证。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F3C218-2675-4A69-83B2-6401B6B0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8028ab196c144ecf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4364080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97FEA-7E77-463D-8CC3-08B7ABC6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完整演示与验收状态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28F12-BD8B-416B-BF3F-15C26DC8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按“关系 → 决定 → 执行 → 门禁”一次讲完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98BAA-28E0-4000-AE94-5FCF0269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66925"/>
                <a:gridCol w="4933950"/>
                <a:gridCol w="397192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现场动作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已验证 / 待验证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建立关系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同一服务 → QR / 码 → 双端短码确认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真人配对完成；本地回环访问问题已记录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人工决策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成本报告 → 修改 → 安全报告 → 持续等待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真人闭环完成；聊天确认不是执行依据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钱包执行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挑战 → 出示 → 逐项校验 → 签名回执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真人完成；只投递演示收件箱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原生 Hook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探针拒绝 → 未批准拒绝 → 批准后放行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当前热插入未通过，必须先过探针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规则与扩展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单独启用规则；换对象重新审批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规则自动测试通过；组织/调查仍为规划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6560A-FB34-4F7C-8208-1408AFE9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下一轮门禁通过标准：原生拒绝日志 + 无副作用 + 手机真实批准 + 同请求放行 + 签名回执。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BBCC6-125E-4745-B565-40D4F9DA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df6fb7b3dee4728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11802679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2026-09-15T12:27:28.1620000Z</dcterms:created>
  <dcterms:modified xsi:type="dcterms:W3CDTF">2026-09-15T12:27:28.1620000Z</dcterms:modified>
</coreProperties>
</file>